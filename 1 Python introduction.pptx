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guWVYURkrM7X0O/w762sAiR7cl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1" name="Google Shape;16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3" name="Google Shape;17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9" name="Google Shape;17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python.org/downloads/" TargetMode="External"/><Relationship Id="rId4" Type="http://schemas.openxmlformats.org/officeDocument/2006/relationships/hyperlink" Target="https://docs.anaconda.com/free/miniconda/" TargetMode="External"/><Relationship Id="rId5" Type="http://schemas.openxmlformats.org/officeDocument/2006/relationships/hyperlink" Target="https://colab.research.google.com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python.org/doc/versions/" TargetMode="External"/><Relationship Id="rId4" Type="http://schemas.openxmlformats.org/officeDocument/2006/relationships/hyperlink" Target="https://docs.python.org/3/tutorial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Python Introduction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By Dr Shantanu Pathak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Python History</a:t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838200" y="1603717"/>
            <a:ext cx="10515600" cy="45732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Successor to ABC programming language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Designed By : Guido van Rossum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First release : 1991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Library Support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Built in Libraries : 100+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Total Libraries : 100,000+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/>
          <p:nvPr/>
        </p:nvSpPr>
        <p:spPr>
          <a:xfrm>
            <a:off x="838080" y="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Unique Features of Python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838080" y="1481040"/>
            <a:ext cx="10514880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/>
          <a:p>
            <a:pPr indent="-227879" lvl="0" marL="22860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Char char="•"/>
            </a:pPr>
            <a:r>
              <a:rPr b="0" i="0" lang="en-US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Friendly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415" lvl="0" marL="228600" marR="0" rtl="0" algn="l">
              <a:lnSpc>
                <a:spcPct val="7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None/>
            </a:pPr>
            <a:r>
              <a:t/>
            </a:r>
            <a:endParaRPr b="0" i="0" sz="259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7879" lvl="0" marL="228600" marR="0" rtl="0" algn="l">
              <a:lnSpc>
                <a:spcPct val="7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Char char="•"/>
            </a:pPr>
            <a:r>
              <a:rPr b="0" i="0" lang="en-US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Flexibility in Variable Data types</a:t>
            </a:r>
            <a:endParaRPr b="0" i="0" sz="2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None/>
            </a:pPr>
            <a:r>
              <a:t/>
            </a:r>
            <a:endParaRPr b="0" i="0" sz="2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marR="0" rtl="0" algn="l">
              <a:lnSpc>
                <a:spcPct val="7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Char char="•"/>
            </a:pPr>
            <a:r>
              <a:rPr b="0" i="0" lang="en-US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Vectorised Operations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1" marL="685800" marR="0" rtl="0" algn="l">
              <a:lnSpc>
                <a:spcPct val="7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Char char="•"/>
            </a:pPr>
            <a:r>
              <a:rPr b="0" i="0" lang="en-US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to handle arrays / matrices / tables etc</a:t>
            </a:r>
            <a:endParaRPr b="0" i="0" sz="2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None/>
            </a:pPr>
            <a:r>
              <a:t/>
            </a:r>
            <a:endParaRPr b="0" i="0" sz="2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marR="0" rtl="0" algn="l">
              <a:lnSpc>
                <a:spcPct val="7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Char char="•"/>
            </a:pPr>
            <a:r>
              <a:rPr b="0" i="0" lang="en-US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Huge community support</a:t>
            </a:r>
            <a:endParaRPr b="0" i="0" sz="2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None/>
            </a:pPr>
            <a:r>
              <a:t/>
            </a:r>
            <a:endParaRPr b="0" i="0" sz="2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marR="0" rtl="0" algn="l">
              <a:lnSpc>
                <a:spcPct val="7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Char char="•"/>
            </a:pPr>
            <a:r>
              <a:rPr b="0" i="0" lang="en-US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Automation and Data Science Stack support</a:t>
            </a:r>
            <a:endParaRPr b="0" i="0" sz="2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None/>
            </a:pPr>
            <a:r>
              <a:t/>
            </a:r>
            <a:endParaRPr b="0" i="0" sz="2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marR="0" rtl="0" algn="l">
              <a:lnSpc>
                <a:spcPct val="7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Char char="•"/>
            </a:pPr>
            <a:r>
              <a:rPr b="0" i="0" lang="en-US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 Source</a:t>
            </a:r>
            <a:endParaRPr b="0" i="0" sz="2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None/>
            </a:pPr>
            <a:r>
              <a:t/>
            </a:r>
            <a:endParaRPr b="0" i="0" sz="2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/>
          <p:nvPr/>
        </p:nvSpPr>
        <p:spPr>
          <a:xfrm>
            <a:off x="838080" y="136435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Unique Features of Python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838080" y="1198067"/>
            <a:ext cx="10514880" cy="5515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27879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Scripting Language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1" marL="6858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to learn syntax and still powerful like programming language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78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Same variable can have different data types on different lines of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1" marL="6858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Var =100  🡪 data type int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7879" lvl="1" marL="6858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Var = “Hello!”  🡪 data type string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898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78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Variables are allocated memory dynamically (Heap)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Contents determine data type of variable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 reference --- to everything (no pointers)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838200" y="365125"/>
            <a:ext cx="10515600" cy="854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Unique Features of Python</a:t>
            </a:r>
            <a:endParaRPr/>
          </a:p>
        </p:txBody>
      </p:sp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838200" y="1219200"/>
            <a:ext cx="10515600" cy="5306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Easy to read the code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Indentation is compulsory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Wrong indentation gives error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Code size is smaller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No semi-colon required at end of line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No curly brackets to start and end the code block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Platform independent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Any operating system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Supports many H/W platforms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Garbage collection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Programmer doesn’t have to worry about de-allocating memory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/>
          <p:nvPr/>
        </p:nvSpPr>
        <p:spPr>
          <a:xfrm>
            <a:off x="838080" y="154025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Limitations of Python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838080" y="1478825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27879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Slow compared to C / C++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1" marL="6858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JIT ( Just In Time Compiler for Byte Code)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0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Limited Multi Threading Support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0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Poor Support for Mobile Platforms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0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Connectivity is Basic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0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Completely Open-Source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0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2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Python Major Application Areas</a:t>
            </a:r>
            <a:endParaRPr/>
          </a:p>
        </p:txBody>
      </p:sp>
      <p:sp>
        <p:nvSpPr>
          <p:cNvPr id="125" name="Google Shape;125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Automation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Automate common tasks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Analytics / Business Analytics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Machine Learning / Deep Learning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Many more upcoming areas like IoT, Robotics, Blockchain, etc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Installation of Python</a:t>
            </a:r>
            <a:endParaRPr/>
          </a:p>
        </p:txBody>
      </p:sp>
      <p:sp>
        <p:nvSpPr>
          <p:cNvPr id="131" name="Google Shape;131;p8"/>
          <p:cNvSpPr txBox="1"/>
          <p:nvPr>
            <p:ph idx="1" type="body"/>
          </p:nvPr>
        </p:nvSpPr>
        <p:spPr>
          <a:xfrm>
            <a:off x="838200" y="1825624"/>
            <a:ext cx="10515600" cy="472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Version</a:t>
            </a:r>
            <a:r>
              <a:rPr lang="en-US"/>
              <a:t> :: 3.12 (&lt;=3.7 support is Ended 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Download</a:t>
            </a:r>
            <a:r>
              <a:rPr lang="en-US"/>
              <a:t> Python from following sources::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Python org website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https://www.python.org/downloads/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Only python and IDLE editor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MiniConda (Anaconda)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https://docs.anaconda.com/free/miniconda/</a:t>
            </a:r>
            <a:r>
              <a:rPr lang="en-US"/>
              <a:t>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Python + necessary libraries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Google Colab ( web platform – no installation)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https://colab.research.google.com</a:t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6514427" y="4459257"/>
            <a:ext cx="2438400" cy="351600"/>
          </a:xfrm>
          <a:prstGeom prst="ribbon2">
            <a:avLst>
              <a:gd fmla="val 16667" name="adj1"/>
              <a:gd fmla="val 74999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Recommended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Editor for Python</a:t>
            </a:r>
            <a:endParaRPr/>
          </a:p>
        </p:txBody>
      </p:sp>
      <p:sp>
        <p:nvSpPr>
          <p:cNvPr id="138" name="Google Shape;138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beginners ::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Google Colab ( Online)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Jupyter Notebook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professional development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PyCharm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Spyder</a:t>
            </a:r>
            <a:endParaRPr/>
          </a:p>
          <a:p>
            <a:pPr indent="-1905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VSCode</a:t>
            </a:r>
            <a:endParaRPr/>
          </a:p>
          <a:p>
            <a:pPr indent="-1905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nano (on cloud environment)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5907478" y="5233591"/>
            <a:ext cx="2438400" cy="351600"/>
          </a:xfrm>
          <a:prstGeom prst="ribbon2">
            <a:avLst>
              <a:gd fmla="val 16667" name="adj1"/>
              <a:gd fmla="val 74999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 per Syllabus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First Python program</a:t>
            </a:r>
            <a:endParaRPr/>
          </a:p>
        </p:txBody>
      </p:sp>
      <p:sp>
        <p:nvSpPr>
          <p:cNvPr id="145" name="Google Shape;145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>
                <a:solidFill>
                  <a:srgbClr val="FF0000"/>
                </a:solidFill>
              </a:rPr>
              <a:t>#</a:t>
            </a:r>
            <a:r>
              <a:rPr lang="en-US"/>
              <a:t> This is a comment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>
                <a:solidFill>
                  <a:srgbClr val="FF0000"/>
                </a:solidFill>
              </a:rPr>
              <a:t>“““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This is a doc string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It can be used as multi-line comment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It can be single / double quotes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>
                <a:solidFill>
                  <a:srgbClr val="FF0000"/>
                </a:solidFill>
              </a:rPr>
              <a:t>”””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print(“Hello! Welcome to Python”)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to Run the program ?</a:t>
            </a:r>
            <a:br>
              <a:rPr lang="en-US"/>
            </a:br>
            <a:r>
              <a:rPr lang="en-US" sz="2400"/>
              <a:t>(No need to separately compile)</a:t>
            </a:r>
            <a:endParaRPr/>
          </a:p>
        </p:txBody>
      </p:sp>
      <p:sp>
        <p:nvSpPr>
          <p:cNvPr id="151" name="Google Shape;151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IDE / Colab / Jupyter Notebook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Use the run button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Button similar to play symbol 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Command Prompt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u="sng"/>
              <a:t>Windows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python program.py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OR Another option -&gt;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py program.py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NOTE: py works ONLY if py launcher is installed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u="sng"/>
              <a:t>Linux ( or Cloud Terminal)</a:t>
            </a:r>
            <a:endParaRPr b="1" u="sng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python3 program.py</a:t>
            </a:r>
            <a:endParaRPr/>
          </a:p>
        </p:txBody>
      </p:sp>
      <p:sp>
        <p:nvSpPr>
          <p:cNvPr id="152" name="Google Shape;152;p11"/>
          <p:cNvSpPr/>
          <p:nvPr/>
        </p:nvSpPr>
        <p:spPr>
          <a:xfrm>
            <a:off x="5767754" y="2309444"/>
            <a:ext cx="1137138" cy="58615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83196" y="60000"/>
                </a:moveTo>
                <a:lnTo>
                  <a:pt x="36804" y="15000"/>
                </a:lnTo>
                <a:lnTo>
                  <a:pt x="36804" y="105000"/>
                </a:lnTo>
                <a:close/>
              </a:path>
              <a:path extrusionOk="0" fill="darken" h="120000" w="120000">
                <a:moveTo>
                  <a:pt x="83196" y="60000"/>
                </a:moveTo>
                <a:lnTo>
                  <a:pt x="36804" y="15000"/>
                </a:lnTo>
                <a:lnTo>
                  <a:pt x="36804" y="105000"/>
                </a:lnTo>
                <a:close/>
              </a:path>
              <a:path extrusionOk="0" fill="none" h="120000" w="120000">
                <a:moveTo>
                  <a:pt x="83196" y="60000"/>
                </a:moveTo>
                <a:lnTo>
                  <a:pt x="36804" y="105000"/>
                </a:lnTo>
                <a:lnTo>
                  <a:pt x="36804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l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Python Documentation and Tutorials</a:t>
            </a:r>
            <a:endParaRPr/>
          </a:p>
        </p:txBody>
      </p:sp>
      <p:sp>
        <p:nvSpPr>
          <p:cNvPr id="158" name="Google Shape;158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Documentation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https://www.python.org/doc/versions/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Tutorial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https://docs.python.org/3/tutorial/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Python technical basics</a:t>
            </a:r>
            <a:endParaRPr/>
          </a:p>
        </p:txBody>
      </p:sp>
      <p:sp>
        <p:nvSpPr>
          <p:cNvPr id="164" name="Google Shape;164;p13"/>
          <p:cNvSpPr txBox="1"/>
          <p:nvPr>
            <p:ph idx="1" type="body"/>
          </p:nvPr>
        </p:nvSpPr>
        <p:spPr>
          <a:xfrm>
            <a:off x="838200" y="1430215"/>
            <a:ext cx="10515600" cy="52753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Scripting Language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Compiled and interpreted language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Python Libraries Internally use C , C++ and Perl 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Dynamic data types to the variables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New versions 3.9+ use type hinting to help programmers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Case sensitive language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Not truly object oriented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Not true data hiding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Object oriented features are ONLY for re-use of the code/ libraries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python programs need less lines of code than C/C++/Java ?</a:t>
            </a:r>
            <a:endParaRPr/>
          </a:p>
        </p:txBody>
      </p:sp>
      <p:sp>
        <p:nvSpPr>
          <p:cNvPr id="170" name="Google Shape;170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high-level data types allow you to express complex operations in a single statement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statement grouping is done by indentation instead of beginning and ending brackets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 variable or argument declarations are necessary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Variable is created when assigned value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Data type of variable is checked as per the contents of variable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Programming Paradigm in Python</a:t>
            </a:r>
            <a:endParaRPr/>
          </a:p>
        </p:txBody>
      </p:sp>
      <p:sp>
        <p:nvSpPr>
          <p:cNvPr id="176" name="Google Shape;176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Python supports Multiple paradigms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/>
              <a:t>Procedural programming</a:t>
            </a:r>
            <a:endParaRPr/>
          </a:p>
          <a:p>
            <a:pPr indent="-3048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2. Object Oriented Programming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	- basic data hiding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3. Functional Programming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And more like reflective paradigm etc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/>
          <p:nvPr>
            <p:ph type="title"/>
          </p:nvPr>
        </p:nvSpPr>
        <p:spPr>
          <a:xfrm>
            <a:off x="838200" y="365126"/>
            <a:ext cx="10515600" cy="9126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Python Interpreter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937846" y="6176963"/>
            <a:ext cx="58146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Ref: https://www.c-sharpcorner.com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VM.png" id="183" name="Google Shape;18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1219200"/>
            <a:ext cx="7754433" cy="4401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2022-04-22T09:19:47Z</dcterms:created>
  <dc:creator>dac</dc:creator>
</cp:coreProperties>
</file>